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RAZALI Smart Booking — the online booking system for the salon.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page. Customers choose their language and click Book Now. The site is open 24/7.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picks a service category. Currently Nails (13 services) and Hair (10 services).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selects the specific service they want. Price and duration shown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picks a master. "Any master" at the top lets the system assign the earliest available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calendar shows available dates. After picking a date, available time slots appear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selecting a date, available slots appear grouped by Morning, Afternoon, Evening. A 10-minute hold timer starts once a slot is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enters name, phone and email. They see a summary before confirming.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confirmation screen. Customer gets email + SMS instantly. A 24-hour reminder email is sent the day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new booking triggers an instant Telegram notification to the salon with full booking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can manage their own bookings by entering their phone number. They can cancel or reschedule without calling the salon.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close. Key benefits of the system for the salon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C9A96E">
              <a:alpha val="7000"/>
            </a:srgbClr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77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10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334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Salon Booking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Eziz Eliyev 11, Baki   ·   +994 55 719 29 49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VEB-SAYT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Sehife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sayta daxil olur.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secimler: AZ, EN, RU.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24/7 aciqdir — gece yarisina kimi rezervasiya etmek mumkundur.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1C1C1A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02336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01168"/>
          </a:xfrm>
          <a:prstGeom prst="roundRect">
            <a:avLst>
              <a:gd name="adj" fmla="val 45455"/>
            </a:avLst>
          </a:prstGeom>
          <a:solidFill>
            <a:srgbClr val="141412"/>
          </a:solidFill>
          <a:ln w="12700">
            <a:solidFill>
              <a:srgbClr val="1414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1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365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/ HAIR / MAKE UP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6858000" y="256032"/>
            <a:ext cx="329184" cy="201168"/>
          </a:xfrm>
          <a:prstGeom prst="rect">
            <a:avLst/>
          </a:prstGeom>
          <a:solidFill>
            <a:srgbClr val="C9A96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560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7242048" y="256032"/>
            <a:ext cx="329184" cy="201168"/>
          </a:xfrm>
          <a:prstGeom prst="rect">
            <a:avLst/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2560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7626096" y="256032"/>
            <a:ext cx="329184" cy="201168"/>
          </a:xfrm>
          <a:prstGeom prst="rect">
            <a:avLst/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2560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8092440" y="256032"/>
            <a:ext cx="594360" cy="20116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560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Rezervasiya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4389120" y="758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Gorusuunuz,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saniyeler icinde.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0" y="1463040"/>
            <a:ext cx="548640" cy="22860"/>
          </a:xfrm>
          <a:prstGeom prst="rect">
            <a:avLst/>
          </a:prstGeom>
          <a:solidFill>
            <a:srgbClr val="C9A96E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1581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onlayn rezervasiya.</a:t>
            </a:r>
            <a:endParaRPr lang="en-US" sz="7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 etmeden, gozlemeden.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2249424"/>
            <a:ext cx="1097280" cy="2560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Rezervasiya et &gt;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206240" y="2724912"/>
            <a:ext cx="4663440" cy="1005840"/>
          </a:xfrm>
          <a:prstGeom prst="rect">
            <a:avLst/>
          </a:prstGeom>
          <a:solidFill>
            <a:srgbClr val="2E2E2B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2779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 ISLEYIR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343400" y="301752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0358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16552" y="33101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 secin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852160" y="301752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0358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25312" y="33101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Melumat daxil edin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360920" y="301752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0358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34072" y="33101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tasdiq alin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1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Xidmet Kateqoriyasi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hansı xidmet istediyini secir.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Dirnaq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kateqoriyada nece xidmet oldugu gorunur.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11658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343400" y="941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1 / 4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343400" y="1124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Hansı xidmet?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1673352"/>
            <a:ext cx="2029968" cy="2971800"/>
          </a:xfrm>
          <a:prstGeom prst="roundRect">
            <a:avLst>
              <a:gd name="adj" fmla="val 2252"/>
            </a:avLst>
          </a:prstGeom>
          <a:solidFill>
            <a:srgbClr val="28281F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65192" y="1993392"/>
            <a:ext cx="914400" cy="914400"/>
          </a:xfrm>
          <a:prstGeom prst="ellipse">
            <a:avLst/>
          </a:prstGeom>
          <a:solidFill>
            <a:srgbClr val="C9A96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993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30175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Dirnaq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31012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xidmet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343400" y="4599432"/>
            <a:ext cx="2029968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6248" y="1673352"/>
            <a:ext cx="2029968" cy="2971800"/>
          </a:xfrm>
          <a:prstGeom prst="roundRect">
            <a:avLst>
              <a:gd name="adj" fmla="val 2252"/>
            </a:avLst>
          </a:prstGeom>
          <a:solidFill>
            <a:srgbClr val="242420"/>
          </a:solidFill>
          <a:ln w="6350">
            <a:solidFill>
              <a:srgbClr val="3838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1993392"/>
            <a:ext cx="914400" cy="914400"/>
          </a:xfrm>
          <a:prstGeom prst="ellipse">
            <a:avLst/>
          </a:prstGeom>
          <a:solidFill>
            <a:srgbClr val="383836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1993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47688" y="30175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47688" y="331012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xidmet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1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Xidmet Secimi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konkret xidmeti secir.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xidmetin yaninda qiymeti gosterilir.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ozune uygun olani secir ve davam edir.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11658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343400" y="941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DIRNAQ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315968" y="1197864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289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 manikur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34840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deq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7223760" y="1316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AZN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85632" y="1399032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947672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28281F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Manikur + Shellak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43484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deq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223760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AZN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85632" y="2148840"/>
            <a:ext cx="182880" cy="182880"/>
          </a:xfrm>
          <a:prstGeom prst="ellipse">
            <a:avLst/>
          </a:prstGeom>
          <a:solidFill>
            <a:srgbClr val="C9A96E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2697480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Manikur + Gellak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434840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deq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7223760" y="2816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AZN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5632" y="2898648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3447288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3538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Qaynaq (70-90 AZN)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34840" y="3785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deq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7223760" y="3566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AZN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85632" y="3648456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15968" y="4197096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288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Pedikur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434840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deq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7223760" y="4315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AZN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85632" y="4398264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2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 Secimi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"Istenilen usta" — sistem ozü en yaxin bos ustani tapir.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da konkret bir usta secmek olar.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233172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343400" y="941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2 / 4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343400" y="1124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Ustani secin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15968" y="1536192"/>
            <a:ext cx="4443984" cy="694944"/>
          </a:xfrm>
          <a:prstGeom prst="roundRect">
            <a:avLst>
              <a:gd name="adj" fmla="val 5263"/>
            </a:avLst>
          </a:prstGeom>
          <a:solidFill>
            <a:srgbClr val="28281F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5696" y="1645920"/>
            <a:ext cx="475488" cy="475488"/>
          </a:xfrm>
          <a:prstGeom prst="ellipse">
            <a:avLst/>
          </a:prstGeom>
          <a:solidFill>
            <a:srgbClr val="E8D5B0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25696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Istenilen usta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10912" y="1874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erken movcud vaxt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589520" y="165506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AZN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85632" y="1764792"/>
            <a:ext cx="182880" cy="182880"/>
          </a:xfrm>
          <a:prstGeom prst="ellipse">
            <a:avLst/>
          </a:prstGeom>
          <a:solidFill>
            <a:srgbClr val="C9A96E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2340864"/>
            <a:ext cx="4443984" cy="694944"/>
          </a:xfrm>
          <a:prstGeom prst="roundRect">
            <a:avLst>
              <a:gd name="adj" fmla="val 526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5696" y="2450592"/>
            <a:ext cx="475488" cy="475488"/>
          </a:xfrm>
          <a:prstGeom prst="ellipse">
            <a:avLst/>
          </a:prstGeom>
          <a:solidFill>
            <a:srgbClr val="383836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5696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10912" y="2432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Aysel Hesenova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10912" y="2679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Dirnaq · 5 il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589520" y="24597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AZN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85632" y="2569464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3145536"/>
            <a:ext cx="4443984" cy="694944"/>
          </a:xfrm>
          <a:prstGeom prst="roundRect">
            <a:avLst>
              <a:gd name="adj" fmla="val 526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25696" y="3255264"/>
            <a:ext cx="475488" cy="475488"/>
          </a:xfrm>
          <a:prstGeom prst="ellipse">
            <a:avLst/>
          </a:prstGeom>
          <a:solidFill>
            <a:srgbClr val="383836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10912" y="3236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Gunel Huseynova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10912" y="34838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Dirnaq · 6 il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7589520" y="32644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AZN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485632" y="3374136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15968" y="3950208"/>
            <a:ext cx="4443984" cy="694944"/>
          </a:xfrm>
          <a:prstGeom prst="roundRect">
            <a:avLst>
              <a:gd name="adj" fmla="val 5263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25696" y="4059936"/>
            <a:ext cx="475488" cy="475488"/>
          </a:xfrm>
          <a:prstGeom prst="ellipse">
            <a:avLst/>
          </a:prstGeom>
          <a:solidFill>
            <a:srgbClr val="383836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25696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NQ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10912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Nermin Quliyeva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10912" y="4288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Dirnaq · 2 il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589520" y="4069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AZN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485632" y="4178808"/>
            <a:ext cx="182880" cy="182880"/>
          </a:xfrm>
          <a:prstGeom prst="ellipse">
            <a:avLst/>
          </a:prstGeom>
          <a:solidFill>
            <a:srgbClr val="1C1C1A"/>
          </a:solidFill>
          <a:ln w="10160">
            <a:solidFill>
              <a:srgbClr val="55555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3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Tarix ve Vaxt Secimi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Hefte tarixleri gosterilir.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Yasil gunler movcuddur, boz gunler movcud deyil.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tarixi secenden sonra mövcud saatlar asagida gorünür.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34975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343400" y="9144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3 / 4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434340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Tarix secin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1463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 Iyun 15 - Iyun 21  &gt;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34256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1C1C1A"/>
          </a:solidFill>
          <a:ln w="5080">
            <a:solidFill>
              <a:srgbClr val="2A2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334256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56048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1C1C1A"/>
          </a:solidFill>
          <a:ln w="5080">
            <a:solidFill>
              <a:srgbClr val="2A2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956048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1C1C1A"/>
          </a:solidFill>
          <a:ln w="5080">
            <a:solidFill>
              <a:srgbClr val="2A2A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577840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99632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1C1C1A"/>
          </a:solidFill>
          <a:ln w="5080">
            <a:solidFill>
              <a:srgbClr val="2A2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199632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21424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2A2A28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821424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43216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C9A96E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443216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65008" y="1810512"/>
            <a:ext cx="548640" cy="822960"/>
          </a:xfrm>
          <a:prstGeom prst="roundRect">
            <a:avLst>
              <a:gd name="adj" fmla="val 6667"/>
            </a:avLst>
          </a:prstGeom>
          <a:solidFill>
            <a:srgbClr val="2A2A28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065008" y="2084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06240" y="2852928"/>
            <a:ext cx="4663440" cy="18288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41" name="Text 39"/>
          <p:cNvSpPr/>
          <p:nvPr/>
        </p:nvSpPr>
        <p:spPr>
          <a:xfrm>
            <a:off x="434340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Iyun - mövcud saatlar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343400" y="32004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31536" y="32004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1536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519672" y="32004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607808" y="32004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07808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43400" y="36576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3657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31536" y="36576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31536" y="3657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519672" y="36576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3657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607808" y="3657600"/>
            <a:ext cx="1005840" cy="329184"/>
          </a:xfrm>
          <a:prstGeom prst="roundRect">
            <a:avLst>
              <a:gd name="adj" fmla="val 11111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07808" y="3657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3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Vaxt Secimi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Seçilmis tarixde movcud saatlar sehər, gündüz, axsam qruplarına bolunur.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deqiqelik saxlama timeri: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vaxtı secende, o vaxt diger musteriler ucun müveqqeti bloklanir.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34975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555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34340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Iyun - Senbe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SEHER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4343400" y="13716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58968" y="13716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74536" y="13716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690104" y="137160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0104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43400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GUNDUZ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343400" y="2157984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157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58968" y="2157984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2157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574536" y="2157984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141412"/>
          </a:solidFill>
          <a:ln w="15240">
            <a:solidFill>
              <a:srgbClr val="C9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2157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690104" y="2157984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0104" y="2157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34340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AXSAM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343400" y="2944368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2944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58968" y="2944368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2944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74536" y="2944368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2944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690104" y="2944368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0104" y="2944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43400" y="338328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58968" y="3383280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E2E2B"/>
          </a:solidFill>
          <a:ln w="5080">
            <a:solidFill>
              <a:srgbClr val="4444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58968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21:30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315968" y="4014216"/>
            <a:ext cx="4443984" cy="329184"/>
          </a:xfrm>
          <a:prstGeom prst="roundRect">
            <a:avLst>
              <a:gd name="adj" fmla="val 11111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15968" y="4014216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09:47  -  bu vaxt sizin ucun saxlanilir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315968" y="4507992"/>
            <a:ext cx="4443984" cy="3657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1" name="Text 49"/>
          <p:cNvSpPr/>
          <p:nvPr/>
        </p:nvSpPr>
        <p:spPr>
          <a:xfrm>
            <a:off x="4315968" y="450799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et  &gt;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ADDIM 4 /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Melumat Daxiletme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sadece 3 melumat daxil edir: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Telefon nomresi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E-poct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Qeyd elave etmek ixtiyaridir.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Yekun sifaris gorunur: xidmet, usta, tarix, vaxt, qiymet.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333331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640080"/>
            <a:ext cx="46634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537210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653796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7703820" y="704088"/>
            <a:ext cx="1165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4315968" y="822960"/>
            <a:ext cx="4443984" cy="1188720"/>
          </a:xfrm>
          <a:prstGeom prst="roundRect">
            <a:avLst>
              <a:gd name="adj" fmla="val 3846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896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486400" y="896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Manikur + Shellak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407408" y="1097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486400" y="10972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Istenilen usta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407408" y="1298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486400" y="1298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Iyun, Senbe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407408" y="14996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486400" y="1499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407408" y="17007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Cemi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486400" y="17007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AZN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43400" y="2148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Adiniz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315968" y="2331720"/>
            <a:ext cx="4443984" cy="292608"/>
          </a:xfrm>
          <a:prstGeom prst="roundRect">
            <a:avLst>
              <a:gd name="adj" fmla="val 12500"/>
            </a:avLst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331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343400" y="2697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315968" y="2880360"/>
            <a:ext cx="4443984" cy="292608"/>
          </a:xfrm>
          <a:prstGeom prst="roundRect">
            <a:avLst>
              <a:gd name="adj" fmla="val 12500"/>
            </a:avLst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880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+994 55 719 29 49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343400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E-poct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315968" y="3429000"/>
            <a:ext cx="4443984" cy="292608"/>
          </a:xfrm>
          <a:prstGeom prst="roundRect">
            <a:avLst>
              <a:gd name="adj" fmla="val 12500"/>
            </a:avLst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email@gmail.com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315968" y="4507992"/>
            <a:ext cx="4443984" cy="34747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7" name="Text 35"/>
          <p:cNvSpPr/>
          <p:nvPr/>
        </p:nvSpPr>
        <p:spPr>
          <a:xfrm>
            <a:off x="4315968" y="4507992"/>
            <a:ext cx="4443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Rezervasiya et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UGURLU!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Rezervasiya Tesdiqilendi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derhâl: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E-poctuna tasdiq mektubu alinir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SMS ile xəbərdarlik alinir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Sifaris nomresi verilir.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Gorusden 24 saat evvel avtomatik e-poct xatirlatması gelir.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126480" y="850392"/>
            <a:ext cx="822960" cy="822960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50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B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8105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Rezervasiya tesdiqilendi!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176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E-poctunuza tasdiq mektubu gonderildi.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0" y="2542032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E2E2B"/>
          </a:solidFill>
          <a:ln w="5080">
            <a:solidFill>
              <a:srgbClr val="383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542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ID: #A3F7C2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306324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Manikur + Shellak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80560" y="3337560"/>
            <a:ext cx="109728" cy="109728"/>
          </a:xfrm>
          <a:prstGeom prst="ellipse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273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Gunel Huseynova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80560" y="361188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Iyun, Senbe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480560" y="388620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822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480560" y="416052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4096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AZN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BILDIRISHER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Derhal Xeberdar Olur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rezervasiyada salon sahibi derhal Telegram-da bildiris alinir.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Musteriye: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Ani tasdiq e-poctu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 saat evvel xatirlatma e-poctu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17212B"/>
          </a:solidFill>
          <a:ln w="635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57200"/>
          </a:xfrm>
          <a:prstGeom prst="rect">
            <a:avLst/>
          </a:prstGeom>
          <a:solidFill>
            <a:srgbClr val="0E1621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28600"/>
          </a:xfrm>
          <a:prstGeom prst="roundRect">
            <a:avLst>
              <a:gd name="adj" fmla="val 40000"/>
            </a:avLst>
          </a:prstGeom>
          <a:solidFill>
            <a:srgbClr val="0E1621"/>
          </a:solidFill>
          <a:ln w="12700">
            <a:solidFill>
              <a:srgbClr val="0E1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37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RAZALI Salon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4389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A9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343400" y="758952"/>
            <a:ext cx="4389120" cy="3291840"/>
          </a:xfrm>
          <a:prstGeom prst="roundRect">
            <a:avLst>
              <a:gd name="adj" fmla="val 2778"/>
            </a:avLst>
          </a:prstGeom>
          <a:solidFill>
            <a:srgbClr val="182533"/>
          </a:solidFill>
          <a:ln w="5080">
            <a:solidFill>
              <a:srgbClr val="1E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YENİ REZERVASİYA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480560" y="1143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--------------------------------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480560" y="1389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 #A3F7C2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80560" y="16367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  Leyla Eliyeva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80560" y="1883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Tel:  +994 55 719 29 49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80560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--------------------------------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Xidmet:  Manikur + Shellak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Usta:    Gunel Huseynova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80560" y="2871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Tarix:   20 Iyun, Senbe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480560" y="3118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Vaxt:    14:00  (60 deq)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80560" y="33649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Qiymet:  25 AZN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--------------------------------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138160" y="4142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14:02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PANELI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Rezervasiyanı İdare 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istenilen vaxt oz rezervasiyalarina baxa biler.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nomresi ile daxil olur.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Imkanlar: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Tarixi/vaxti deyisdirmek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Legv etmek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Gorusden 2 saat eveline kimi legv etmek mumkundur.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64592"/>
            <a:ext cx="4663440" cy="4818888"/>
          </a:xfrm>
          <a:prstGeom prst="roundRect">
            <a:avLst>
              <a:gd name="adj" fmla="val 1961"/>
            </a:avLst>
          </a:prstGeom>
          <a:solidFill>
            <a:srgbClr val="2E2E2B"/>
          </a:solidFill>
          <a:ln w="6350">
            <a:solidFill>
              <a:srgbClr val="3A3A3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64592"/>
            <a:ext cx="4663440" cy="475488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4592"/>
            <a:ext cx="4663440" cy="237744"/>
          </a:xfrm>
          <a:prstGeom prst="roundRect">
            <a:avLst>
              <a:gd name="adj" fmla="val 38462"/>
            </a:avLst>
          </a:prstGeom>
          <a:solidFill>
            <a:srgbClr val="1C1C1A"/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2194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34256" y="4114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50" kern="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 ·  HAIR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4343400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REZERVASIYALARIM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3434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Rezervasiyanizi tapın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1298448"/>
            <a:ext cx="4443984" cy="310896"/>
          </a:xfrm>
          <a:prstGeom prst="roundRect">
            <a:avLst>
              <a:gd name="adj" fmla="val 11765"/>
            </a:avLst>
          </a:prstGeom>
          <a:solidFill>
            <a:srgbClr val="1C1C1A"/>
          </a:solidFill>
          <a:ln w="6350">
            <a:solidFill>
              <a:srgbClr val="444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298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+994 55 719 29 49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315968" y="1737360"/>
            <a:ext cx="4443984" cy="2606040"/>
          </a:xfrm>
          <a:prstGeom prst="roundRect">
            <a:avLst>
              <a:gd name="adj" fmla="val 1754"/>
            </a:avLst>
          </a:prstGeom>
          <a:solidFill>
            <a:srgbClr val="1C1C1A"/>
          </a:solidFill>
          <a:ln w="5080">
            <a:solidFill>
              <a:srgbClr val="38383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#A3F7C2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34840" y="2176272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Manikur + Shellak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34840" y="2505456"/>
            <a:ext cx="109728" cy="109728"/>
          </a:xfrm>
          <a:prstGeom prst="ellipse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Gunel Huseynova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2761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Iyun, Senbe · 14:00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434840" y="3163824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AZN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434840" y="3767328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1C1C1A"/>
          </a:solidFill>
          <a:ln w="10160">
            <a:solidFill>
              <a:srgbClr val="88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Legv et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83680" y="3767328"/>
            <a:ext cx="2057400" cy="365760"/>
          </a:xfrm>
          <a:prstGeom prst="roundRect">
            <a:avLst>
              <a:gd name="adj" fmla="val 10000"/>
            </a:avLst>
          </a:prstGeom>
          <a:solidFill>
            <a:srgbClr val="C9A96E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767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[&gt;]  Deyisdir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C9A96E">
              <a:alpha val="7000"/>
            </a:srgbClr>
          </a:solidFill>
          <a:ln w="12700">
            <a:solidFill>
              <a:srgbClr val="1C1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1000" kern="0" dirty="0">
                <a:solidFill>
                  <a:srgbClr val="F5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RAZALI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21408"/>
            <a:ext cx="91440" cy="914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24/7 aciqdir — zeng lazim deyil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91440" cy="914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780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e-poct tasdiq + 24 saat xatirlatma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91440" cy="914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98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bildirisi salon ucun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91440" cy="914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19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ozi legv/deyisdire biler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91440" cy="914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398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dil: AZ · EN · RU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razali-salon-production.up.railway.app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RAZALI Booking System</dc:title>
  <dc:subject>PptxGenJS Presentation</dc:subject>
  <dc:creator>PptxGenJS</dc:creator>
  <cp:lastModifiedBy>PptxGenJS</cp:lastModifiedBy>
  <cp:revision>1</cp:revision>
  <dcterms:created xsi:type="dcterms:W3CDTF">2026-06-19T18:53:25Z</dcterms:created>
  <dcterms:modified xsi:type="dcterms:W3CDTF">2026-06-19T18:53:25Z</dcterms:modified>
</cp:coreProperties>
</file>